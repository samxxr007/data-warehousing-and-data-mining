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" cy="1737360"/>
          </a:xfrm>
          <a:prstGeom prst="rect">
            <a:avLst/>
          </a:prstGeom>
          <a:solidFill>
            <a:srgbClr val="B5532F"/>
          </a:solidFill>
          <a:ln w="12700">
            <a:solidFill>
              <a:srgbClr val="B553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0058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Processing and Business Intelligence Systems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optimization, indexing, BI architecture, visualization and tool comparison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– Data Warehousing and Data Mining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 Ahmed G  |  192421154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SQL text to result rows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Parse &amp; translate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check, name resolution, conversion of SQL into a relational algebra expression.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5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Optimize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574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enumerates equivalent plans and picks the one with the lowest estimated cost.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5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Evaluate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574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plan is run by the execution engine and rows flow back to the user.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relies on catalog statistics (row counts, distinct values, histograms). Stale statistics are a common cause of poor plans.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 AND EVALUATION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operators are evaluated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full table scan, or index scan when the predicate is selective.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Sorting: external merge sort when data does not fit in memory.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passes tuples between operators without writing temporary results.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Materialization stores each intermediate result, which is simpler but costs extra I/O.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41732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algorithm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best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input is very small, or an index exists on the inner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Sort-merge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are already sorted, or the result must be ordered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unsorted inputs with an equality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48056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usually measured in disk I/O (block transfers) plus CPU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TECHNIQUES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and cost-based optimization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54864" cy="2377440"/>
          </a:xfrm>
          <a:prstGeom prst="rect">
            <a:avLst/>
          </a:prstGeom>
          <a:solidFill>
            <a:srgbClr val="B5532F"/>
          </a:solidFill>
          <a:ln w="12700">
            <a:solidFill>
              <a:srgbClr val="B553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(rule-based)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selections down toward the base tables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only the needed columns early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Cartesian product and a selection into a join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apply, but ignores data distribution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371600"/>
            <a:ext cx="54864" cy="2377440"/>
          </a:xfrm>
          <a:prstGeom prst="rect">
            <a:avLst/>
          </a:prstGeom>
          <a:solidFill>
            <a:srgbClr val="B5532F"/>
          </a:solidFill>
          <a:ln w="12700">
            <a:solidFill>
              <a:srgbClr val="B553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Cost-based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659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several candidate plans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cost from table and column statistics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join order and access paths by lowest cost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most modern database engines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techniques: materialized views, partitioning, query rewriting and caching of common results.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structures and where they fit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in a warehouse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and equality lookups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keys, date columns, dimension lookups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Exact-match lookups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joins and key lookups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Low-cardinality columns, fast AND/OR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Gender, region, category on fact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Pre-computed fact-to-dimension joins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Star-schema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indexes speed up reads but slow down inserts and updates and use extra storage.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of a business intelligence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463040" cy="1554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files, web, IoT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76272" y="1645920"/>
            <a:ext cx="1463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67712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clean, transform, 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03904" y="1645920"/>
            <a:ext cx="1463040" cy="1554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95344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 and data marts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1536" y="1645920"/>
            <a:ext cx="1463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22976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OLAP / semantic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22976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Cubes, measures, hierarchies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59168" y="1645920"/>
            <a:ext cx="1463040" cy="1554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50608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5060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dashboards, alerts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566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security and data governance span all layers. Users range from executives reading dashboards to analysts running ad hoc queries.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PRINCIPLES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chart easy to read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audience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question the viewer needs answered.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64408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644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chart to data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264408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for trends, bars for comparison, scatter for relationships.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80176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980176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clutter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980176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gridlines, borders and decoration that carry no data.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colour with purpose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one thing. Keep palettes colour-blind safe.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64408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264408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honest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bar charts at zero and keep scales consistent.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80176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980176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directly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980176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titles, units and annotations beat legends.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and commercial options compared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265176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Superset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editor, many chart types, scalable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setup and admin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/ paid tiers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for non-technical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advanced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cost, Microsoft ecosystem, DAX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 Windows and 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visual exploration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licence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Qlik Sense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Associative in-memory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Steeper learning 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Optimizing a star-join query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97680" cy="2651760"/>
          </a:xfrm>
          <a:prstGeom prst="rect">
            <a:avLst/>
          </a:prstGeom>
          <a:solidFill>
            <a:srgbClr val="1B2236"/>
          </a:solidFill>
          <a:ln w="12700">
            <a:solidFill>
              <a:srgbClr val="1B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d.year, p.category,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SUM(f.amount)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sales_fact 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date_dim 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f.date_key = d.date_key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product_dim 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f.product_key = p.product_key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d.year = 2025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p.category = 'Electronics'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d.year, p.category;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41732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small dimension tables first.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bitmap indexes on the fact table keys to find matching rows.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Hash-join the reduced fact rows with the dimensions.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with a hash group-by, or read a materialized view if one exists.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· Data Warehousing and Data Mining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pass through parsing, optimization and evaluation.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optimizers choose plans using statistics; indexes and join methods shape the cost.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systems layer sources, ETL, warehouse, OLAP and presentation.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visualization is accurate, uncluttered and built for its audience.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choice depends on budget, skills, scale and existing infrastructure.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Korth, Sudarshan. Database System Concepts.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Han, Kamber, Pei. Data Mining: Concepts and Techniques.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Kimball, Ross. The Data Warehouse Toolkit.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Processing and Business Intelligence Systems</dc:title>
  <dc:subject>PptxGenJS Presentation</dc:subject>
  <dc:creator>Sameer Ahmed G</dc:creator>
  <cp:lastModifiedBy>Sameer Ahmed G</cp:lastModifiedBy>
  <cp:revision>1</cp:revision>
  <dcterms:created xsi:type="dcterms:W3CDTF">2026-10-20T17:01:45Z</dcterms:created>
  <dcterms:modified xsi:type="dcterms:W3CDTF">2026-10-20T17:01:46Z</dcterms:modified>
</cp:coreProperties>
</file>